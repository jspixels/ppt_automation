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Partnership and Ownership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dirty="0"/>
                    </a:p>
                  </a:txBody>
                  <a:tcPr>
                    <a:solidFill>
                      <a:srgbClr val="23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Partnership</a:t>
                      </a:r>
                    </a:p>
                  </a:txBody>
                  <a:tcPr>
                    <a:solidFill>
                      <a:srgbClr val="23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23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23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337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2337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Point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Formal arrangement to manage and operate.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Method to achieve objectives with contingency.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Hub for teamwork in Microsoft 365 for Education.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Top deals, latest trends, and more.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Legal rights over property, including usage.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Point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Several types of partnership arrangements exist.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Office plan for handling almost any emergency.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Content, apps, and conversations in one place.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Unlimited PDFs and practice questions.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Each type has its own rules and implications.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Responsibilities of the Technical 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4F81BD"/>
                </a:solidFill>
                <a:latin typeface="Calibri"/>
              </a:rPr>
              <a:t>● </a:t>
            </a:r>
            <a:r>
              <a:rPr sz="1100">
                <a:solidFill>
                  <a:srgbClr val="000000"/>
                </a:solidFill>
                <a:latin typeface="Calibri"/>
              </a:rPr>
              <a:t>Define strategic direction and project objectives.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4F81BD"/>
                </a:solidFill>
                <a:latin typeface="Calibri"/>
              </a:rPr>
              <a:t>● </a:t>
            </a:r>
            <a:r>
              <a:rPr sz="1100">
                <a:solidFill>
                  <a:srgbClr val="000000"/>
                </a:solidFill>
                <a:latin typeface="Calibri"/>
              </a:rPr>
              <a:t>Coordinate between partnership stakeholders and teams.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4F81BD"/>
                </a:solidFill>
                <a:latin typeface="Calibri"/>
              </a:rPr>
              <a:t>● </a:t>
            </a:r>
            <a:r>
              <a:rPr sz="1100">
                <a:solidFill>
                  <a:srgbClr val="000000"/>
                </a:solidFill>
                <a:latin typeface="Calibri"/>
              </a:rPr>
              <a:t>Monitor progress against defined targets and timelines.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4F81BD"/>
                </a:solidFill>
                <a:latin typeface="Calibri"/>
              </a:rPr>
              <a:t>● </a:t>
            </a:r>
            <a:r>
              <a:rPr sz="1100">
                <a:solidFill>
                  <a:srgbClr val="000000"/>
                </a:solidFill>
                <a:latin typeface="Calibri"/>
              </a:rPr>
              <a:t>Ensure accountability and clear ownership of tasks.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4F81BD"/>
                </a:solidFill>
                <a:latin typeface="Calibri"/>
              </a:rPr>
              <a:t>● </a:t>
            </a:r>
            <a:r>
              <a:rPr sz="1100">
                <a:solidFill>
                  <a:srgbClr val="000000"/>
                </a:solidFill>
                <a:latin typeface="Calibri"/>
              </a:rPr>
              <a:t>Resolve operational issues and guide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23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rIns="137160" rtlCol="0" anchor="ctr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Importance of Structured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A structured governance framework ensures teams work toward a shared objective. Clear roles, responsibilities, and transparent communication maintain alignment.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Technical steering committees maintain oversight, resolve challenges, and ensure projects align with strategic goals. Establishing ownership improves execution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</Words>
  <Application>Microsoft Office PowerPoint</Application>
  <PresentationFormat>On-screen Show (4:3)</PresentationFormat>
  <Paragraphs>27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Jyotsana S</cp:lastModifiedBy>
  <cp:revision>1</cp:revision>
  <dcterms:created xsi:type="dcterms:W3CDTF">2013-01-27T09:14:16Z</dcterms:created>
  <dcterms:modified xsi:type="dcterms:W3CDTF">2026-03-15T20:41:05Z</dcterms:modified>
  <cp:category/>
</cp:coreProperties>
</file>